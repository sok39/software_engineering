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4902" autoAdjust="0"/>
    <p:restoredTop sz="94660"/>
  </p:normalViewPr>
  <p:slideViewPr>
    <p:cSldViewPr snapToGrid="0">
      <p:cViewPr>
        <p:scale>
          <a:sx n="104" d="100"/>
          <a:sy n="104" d="100"/>
        </p:scale>
        <p:origin x="462" y="-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35AF6B-666E-FF62-B8AB-B4AA5396D9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48843E6-E0A4-C432-3BCD-C26F54CA6A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D1B297A-AD02-9EC8-6DC8-B9905111D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10974-BF2C-4C49-959D-C8E1523A797F}" type="datetimeFigureOut">
              <a:rPr kumimoji="1" lang="ja-JP" altLang="en-US" smtClean="0"/>
              <a:t>2026/10/16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2A1783C-AE50-D2D2-3613-7D4B8921F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35D758A-4259-9C84-4E30-60653381B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EA145-6648-4488-BA96-4E87C169A1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3126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4BFDA4-9D9C-6738-2923-A0B3638C5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F08E86B-7D60-89E9-E359-C70400813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EE7E7E9-62DE-DC74-7AE6-1309B873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10974-BF2C-4C49-959D-C8E1523A797F}" type="datetimeFigureOut">
              <a:rPr kumimoji="1" lang="ja-JP" altLang="en-US" smtClean="0"/>
              <a:t>2026/10/16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E4738DB-9589-4847-A669-3DFA2DCAF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4CA6A7-C60B-6EA1-5DE7-65B0EA761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EA145-6648-4488-BA96-4E87C169A1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479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566509-38F2-7F9C-6E4E-04F215BC2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ED130EE-8595-9B3D-C250-44287102E5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1DBB52-150E-BFB8-7161-26BB71B5A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10974-BF2C-4C49-959D-C8E1523A797F}" type="datetimeFigureOut">
              <a:rPr kumimoji="1" lang="ja-JP" altLang="en-US" smtClean="0"/>
              <a:t>2026/10/16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8F14653-75E2-8E77-4DF2-6037E36B8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99821E-9D61-6C06-C035-081C0D06B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EA145-6648-4488-BA96-4E87C169A1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6055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B40425-5D0E-559D-FF6E-EB5418293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1F1D888-68C9-71DA-0B50-9EE09AEEE9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2CCAE1B-1CB0-A077-F056-A959DECAF2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9CF2C1A-0245-7995-D791-5870D0104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10974-BF2C-4C49-959D-C8E1523A797F}" type="datetimeFigureOut">
              <a:rPr kumimoji="1" lang="ja-JP" altLang="en-US" smtClean="0"/>
              <a:t>2026/10/16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D8B0309-3C0B-7E66-405D-45E760E17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99364A4-E009-54B7-FD00-03A93F054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EA145-6648-4488-BA96-4E87C169A1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122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901A15-B2D0-A79B-74FF-00F5BA3DD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CD59960-F1C5-25F8-34DB-214AFEEC7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4A9E8F8-2C96-4D46-E490-E1EE677A19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9B4A61A-7CB4-DC1A-3600-C1373FBB4B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C0DBC70-DAA4-5BAE-4898-F12E74403D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4B0F1F9-8A95-781B-5BF4-C9652873B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10974-BF2C-4C49-959D-C8E1523A797F}" type="datetimeFigureOut">
              <a:rPr kumimoji="1" lang="ja-JP" altLang="en-US" smtClean="0"/>
              <a:t>2026/10/16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D16F880-F2D0-251B-0038-7A17CC610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0F8776E-15E9-E459-AF5B-AF3DEBFD2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EA145-6648-4488-BA96-4E87C169A1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1391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B492B8-B530-76CC-A2E1-38DED5A14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DBEBCC4-602C-2235-3C11-BE82CF25E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10974-BF2C-4C49-959D-C8E1523A797F}" type="datetimeFigureOut">
              <a:rPr kumimoji="1" lang="ja-JP" altLang="en-US" smtClean="0"/>
              <a:t>2026/10/16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F4BF789-3568-C983-A8BA-171FBCF66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85F6B64-E4E7-FAB3-A476-273439451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EA145-6648-4488-BA96-4E87C169A1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2018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934D80A-1568-89A6-E3A3-DB15D389F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10974-BF2C-4C49-959D-C8E1523A797F}" type="datetimeFigureOut">
              <a:rPr kumimoji="1" lang="ja-JP" altLang="en-US" smtClean="0"/>
              <a:t>2026/10/16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3C3EA44-ED73-B368-2E2E-8B9223A4A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6FA1B94-CDB1-B15F-95F9-9FFC0F17E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EA145-6648-4488-BA96-4E87C169A1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7786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ACFD62-A3A7-9FD7-78CA-5B4478E1B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201BE13-CDF3-00DE-2ED6-9ED21B8EA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C24BF74-250E-5909-A665-03AFF6DAB6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5517511-B3B9-D10C-9D48-D84743437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10974-BF2C-4C49-959D-C8E1523A797F}" type="datetimeFigureOut">
              <a:rPr kumimoji="1" lang="ja-JP" altLang="en-US" smtClean="0"/>
              <a:t>2026/10/16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AD3E805-28E3-7D06-20A7-5FDB1FD2A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0E2F0CD-60C5-1A60-8ECD-F66D92D63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EA145-6648-4488-BA96-4E87C169A1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3591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162964-5D69-76C0-AF25-A51173031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6A0038E-720C-8BF2-F257-809C877CBB8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B72020D-B835-611C-57A1-64641EE8B8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3ACC8A9-68FE-1AB6-91F7-6639971A6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10974-BF2C-4C49-959D-C8E1523A797F}" type="datetimeFigureOut">
              <a:rPr kumimoji="1" lang="ja-JP" altLang="en-US" smtClean="0"/>
              <a:t>2026/10/16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D1B9D72-0B8B-EDD4-F1DC-85BC43412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47B26D1-A6B6-60D1-7C3A-D7DD53CED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EA145-6648-4488-BA96-4E87C169A1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3167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8B1965-0425-3602-221E-5F86379D9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E584470-51E3-F941-CB1A-95AF0F38A4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1128513-AF09-3A56-0B5E-29F2D1CE5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10974-BF2C-4C49-959D-C8E1523A797F}" type="datetimeFigureOut">
              <a:rPr kumimoji="1" lang="ja-JP" altLang="en-US" smtClean="0"/>
              <a:t>2026/10/16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4DFC444-81A1-03F5-8D9E-5633CA2B0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D2906BB-A976-5AC4-303E-593C525B9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EA145-6648-4488-BA96-4E87C169A1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466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301B4AF-C496-265B-C255-BD5E28F2CC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22FBF87-DC81-BB0B-8438-E7321FD8A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EF8980-0522-29AC-AA02-0F560261D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10974-BF2C-4C49-959D-C8E1523A797F}" type="datetimeFigureOut">
              <a:rPr kumimoji="1" lang="ja-JP" altLang="en-US" smtClean="0"/>
              <a:t>2026/10/16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40F151E-4274-CBE2-C7F1-A0D465900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BEB30B-9377-DB24-C3F8-AD9E70863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EA145-6648-4488-BA96-4E87C169A1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085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349030A-CBA2-C4E9-04D8-8DD42B877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91353F3-A3D1-848B-8A16-6DB28C0DFB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0B6CACC-8758-AD54-0A9E-FA373711B6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710974-BF2C-4C49-959D-C8E1523A797F}" type="datetimeFigureOut">
              <a:rPr kumimoji="1" lang="ja-JP" altLang="en-US" smtClean="0"/>
              <a:t>2026/10/16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08766E-79ED-1979-3D0F-58E06AAFFC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430F67-1D66-D3FB-F6B4-20833884D3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9EA145-6648-4488-BA96-4E87C169A1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7517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51">
            <a:extLst>
              <a:ext uri="{FF2B5EF4-FFF2-40B4-BE49-F238E27FC236}">
                <a16:creationId xmlns:a16="http://schemas.microsoft.com/office/drawing/2014/main" id="{E0915E13-682F-6385-E831-B8FA77F6E6D1}"/>
              </a:ext>
            </a:extLst>
          </p:cNvPr>
          <p:cNvGrpSpPr>
            <a:grpSpLocks/>
          </p:cNvGrpSpPr>
          <p:nvPr/>
        </p:nvGrpSpPr>
        <p:grpSpPr bwMode="auto">
          <a:xfrm>
            <a:off x="1246982" y="91281"/>
            <a:ext cx="9831954" cy="6675439"/>
            <a:chOff x="-12" y="117"/>
            <a:chExt cx="6109" cy="4205"/>
          </a:xfrm>
        </p:grpSpPr>
        <p:sp>
          <p:nvSpPr>
            <p:cNvPr id="5" name="Rectangle 2">
              <a:extLst>
                <a:ext uri="{FF2B5EF4-FFF2-40B4-BE49-F238E27FC236}">
                  <a16:creationId xmlns:a16="http://schemas.microsoft.com/office/drawing/2014/main" id="{3CFEA4BD-8708-3CE4-3AA5-04AE772273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" y="426"/>
              <a:ext cx="6033" cy="376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ja-JP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1pPr>
              <a:lvl2pPr marL="742950" indent="-28575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2pPr>
              <a:lvl3pPr marL="1143000" indent="-228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3pPr>
              <a:lvl4pPr marL="1600200" indent="-228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4pPr>
              <a:lvl5pPr marL="2057400" indent="-228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5pPr>
              <a:lvl6pPr marL="2514600" indent="-228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6pPr>
              <a:lvl7pPr marL="2971800" indent="-228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7pPr>
              <a:lvl8pPr marL="3429000" indent="-228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8pPr>
              <a:lvl9pPr marL="3886200" indent="-228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6" name="Text Box 3">
              <a:extLst>
                <a:ext uri="{FF2B5EF4-FFF2-40B4-BE49-F238E27FC236}">
                  <a16:creationId xmlns:a16="http://schemas.microsoft.com/office/drawing/2014/main" id="{7068D982-FBAF-4BA7-93E0-2E1AFFDD79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5" y="117"/>
              <a:ext cx="209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ja-JP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1pPr>
              <a:lvl2pPr marL="742950" indent="-28575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2pPr>
              <a:lvl3pPr marL="1143000" indent="-228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3pPr>
              <a:lvl4pPr marL="1600200" indent="-228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4pPr>
              <a:lvl5pPr marL="2057400" indent="-228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5pPr>
              <a:lvl6pPr marL="2514600" indent="-228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6pPr>
              <a:lvl7pPr marL="2971800" indent="-228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7pPr>
              <a:lvl8pPr marL="3429000" indent="-228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8pPr>
              <a:lvl9pPr marL="3886200" indent="-228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9pPr>
            </a:lstStyle>
            <a:p>
              <a:pPr algn="ctr"/>
              <a:r>
                <a:rPr lang="ja-JP" altLang="en-US" sz="2800" b="1" dirty="0"/>
                <a:t>レ　ビ　ュ　記　録　表</a:t>
              </a:r>
            </a:p>
          </p:txBody>
        </p:sp>
        <p:sp>
          <p:nvSpPr>
            <p:cNvPr id="7" name="Line 4">
              <a:extLst>
                <a:ext uri="{FF2B5EF4-FFF2-40B4-BE49-F238E27FC236}">
                  <a16:creationId xmlns:a16="http://schemas.microsoft.com/office/drawing/2014/main" id="{FB6F8897-C392-3401-6718-F30AEB3000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" y="607"/>
              <a:ext cx="60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ja-JP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8" name="Text Box 5">
              <a:extLst>
                <a:ext uri="{FF2B5EF4-FFF2-40B4-BE49-F238E27FC236}">
                  <a16:creationId xmlns:a16="http://schemas.microsoft.com/office/drawing/2014/main" id="{EB74F9CC-C5FB-DD5B-F392-C6AD0E4A1D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" y="435"/>
              <a:ext cx="283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ja-JP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1pPr>
              <a:lvl2pPr marL="742950" indent="-28575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2pPr>
              <a:lvl3pPr marL="1143000" indent="-228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3pPr>
              <a:lvl4pPr marL="1600200" indent="-228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4pPr>
              <a:lvl5pPr marL="2057400" indent="-228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5pPr>
              <a:lvl6pPr marL="2514600" indent="-228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6pPr>
              <a:lvl7pPr marL="2971800" indent="-228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7pPr>
              <a:lvl8pPr marL="3429000" indent="-228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8pPr>
              <a:lvl9pPr marL="3886200" indent="-228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9pPr>
            </a:lstStyle>
            <a:p>
              <a:r>
                <a:rPr lang="ja-JP" altLang="en-US" sz="1200" dirty="0"/>
                <a:t>実施日時　　</a:t>
              </a:r>
              <a:r>
                <a:rPr lang="en-US" altLang="ja-JP" sz="1200" dirty="0"/>
                <a:t>8</a:t>
              </a:r>
              <a:r>
                <a:rPr lang="ja-JP" altLang="en-US" sz="1200" dirty="0"/>
                <a:t>　年　</a:t>
              </a:r>
              <a:r>
                <a:rPr lang="en-US" altLang="ja-JP" sz="1200" dirty="0"/>
                <a:t>10</a:t>
              </a:r>
              <a:r>
                <a:rPr lang="ja-JP" altLang="en-US" sz="1200" dirty="0"/>
                <a:t>　月　</a:t>
              </a:r>
              <a:r>
                <a:rPr lang="en-US" altLang="ja-JP" sz="1200" dirty="0"/>
                <a:t>16</a:t>
              </a:r>
              <a:r>
                <a:rPr lang="ja-JP" altLang="en-US" sz="1200" dirty="0"/>
                <a:t>　日（　金　）　　</a:t>
              </a:r>
              <a:r>
                <a:rPr lang="en-US" altLang="ja-JP" sz="1200" dirty="0"/>
                <a:t>11</a:t>
              </a:r>
              <a:r>
                <a:rPr lang="ja-JP" altLang="en-US" sz="1200" dirty="0"/>
                <a:t>　：</a:t>
              </a:r>
              <a:r>
                <a:rPr lang="en-US" altLang="ja-JP" sz="1200" dirty="0"/>
                <a:t>00</a:t>
              </a:r>
              <a:r>
                <a:rPr lang="ja-JP" altLang="en-US" sz="1200" dirty="0"/>
                <a:t> ～　　　：　　　</a:t>
              </a:r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50685C0A-A069-E0B9-0DD3-5C176CEDFF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3" y="426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ja-JP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10" name="Text Box 7">
              <a:extLst>
                <a:ext uri="{FF2B5EF4-FFF2-40B4-BE49-F238E27FC236}">
                  <a16:creationId xmlns:a16="http://schemas.microsoft.com/office/drawing/2014/main" id="{8CBF733B-2BF3-89C7-3287-6C6BE08FE7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1" y="435"/>
              <a:ext cx="74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ja-JP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1pPr>
              <a:lvl2pPr marL="742950" indent="-28575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2pPr>
              <a:lvl3pPr marL="1143000" indent="-228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3pPr>
              <a:lvl4pPr marL="1600200" indent="-228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4pPr>
              <a:lvl5pPr marL="2057400" indent="-228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5pPr>
              <a:lvl6pPr marL="2514600" indent="-228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6pPr>
              <a:lvl7pPr marL="2971800" indent="-228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7pPr>
              <a:lvl8pPr marL="3429000" indent="-228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8pPr>
              <a:lvl9pPr marL="3886200" indent="-228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9pPr>
            </a:lstStyle>
            <a:p>
              <a:r>
                <a:rPr lang="ja-JP" altLang="en-US" sz="1200" dirty="0"/>
                <a:t>実施場所 </a:t>
              </a:r>
              <a:r>
                <a:rPr lang="en-US" altLang="ja-JP" sz="1200" dirty="0"/>
                <a:t>A312</a:t>
              </a:r>
              <a:endParaRPr lang="ja-JP" altLang="en-US" sz="1200" dirty="0"/>
            </a:p>
          </p:txBody>
        </p:sp>
        <p:sp>
          <p:nvSpPr>
            <p:cNvPr id="11" name="Line 8">
              <a:extLst>
                <a:ext uri="{FF2B5EF4-FFF2-40B4-BE49-F238E27FC236}">
                  <a16:creationId xmlns:a16="http://schemas.microsoft.com/office/drawing/2014/main" id="{C95223CE-13AB-DB90-1B24-0FF428E5D5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7" y="426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ja-JP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12" name="Text Box 9">
              <a:extLst>
                <a:ext uri="{FF2B5EF4-FFF2-40B4-BE49-F238E27FC236}">
                  <a16:creationId xmlns:a16="http://schemas.microsoft.com/office/drawing/2014/main" id="{2136F022-7D07-6238-A019-CEE152C766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3" y="429"/>
              <a:ext cx="72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ja-JP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1pPr>
              <a:lvl2pPr marL="742950" indent="-28575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2pPr>
              <a:lvl3pPr marL="1143000" indent="-228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3pPr>
              <a:lvl4pPr marL="1600200" indent="-228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4pPr>
              <a:lvl5pPr marL="2057400" indent="-228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5pPr>
              <a:lvl6pPr marL="2514600" indent="-228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6pPr>
              <a:lvl7pPr marL="2971800" indent="-228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7pPr>
              <a:lvl8pPr marL="3429000" indent="-228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8pPr>
              <a:lvl9pPr marL="3886200" indent="-228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9pPr>
            </a:lstStyle>
            <a:p>
              <a:r>
                <a:rPr lang="ja-JP" altLang="en-US" sz="1200" dirty="0"/>
                <a:t>記入者 丹祐太</a:t>
              </a:r>
            </a:p>
          </p:txBody>
        </p:sp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03DDE672-46A3-E1C6-1B42-BE760812D1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" y="994"/>
              <a:ext cx="603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ja-JP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14" name="Text Box 11">
              <a:extLst>
                <a:ext uri="{FF2B5EF4-FFF2-40B4-BE49-F238E27FC236}">
                  <a16:creationId xmlns:a16="http://schemas.microsoft.com/office/drawing/2014/main" id="{2DB371ED-5627-7BDA-F7FE-9A53E52318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" y="583"/>
              <a:ext cx="1428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ja-JP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1pPr>
              <a:lvl2pPr marL="742950" indent="-28575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2pPr>
              <a:lvl3pPr marL="1143000" indent="-228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3pPr>
              <a:lvl4pPr marL="1600200" indent="-228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4pPr>
              <a:lvl5pPr marL="2057400" indent="-228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5pPr>
              <a:lvl6pPr marL="2514600" indent="-228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6pPr>
              <a:lvl7pPr marL="2971800" indent="-228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7pPr>
              <a:lvl8pPr marL="3429000" indent="-228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8pPr>
              <a:lvl9pPr marL="3886200" indent="-228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9pPr>
            </a:lstStyle>
            <a:p>
              <a:r>
                <a:rPr lang="ja-JP" altLang="en-US" sz="1200" dirty="0"/>
                <a:t>レビュ対象物　　システム提案書</a:t>
              </a:r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839B348F-7CC2-F546-BF6A-FC7B8E4C4A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97" y="426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ja-JP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16" name="Text Box 13">
              <a:extLst>
                <a:ext uri="{FF2B5EF4-FFF2-40B4-BE49-F238E27FC236}">
                  <a16:creationId xmlns:a16="http://schemas.microsoft.com/office/drawing/2014/main" id="{3AEC3C03-4919-430D-3E55-20A2582AED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07" y="225"/>
              <a:ext cx="65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ja-JP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1pPr>
              <a:lvl2pPr marL="742950" indent="-28575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2pPr>
              <a:lvl3pPr marL="1143000" indent="-228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3pPr>
              <a:lvl4pPr marL="1600200" indent="-228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4pPr>
              <a:lvl5pPr marL="2057400" indent="-228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5pPr>
              <a:lvl6pPr marL="2514600" indent="-228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6pPr>
              <a:lvl7pPr marL="2971800" indent="-228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7pPr>
              <a:lvl8pPr marL="3429000" indent="-228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8pPr>
              <a:lvl9pPr marL="3886200" indent="-228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9pPr>
            </a:lstStyle>
            <a:p>
              <a:r>
                <a:rPr lang="ja-JP" altLang="en-US" sz="1200" dirty="0"/>
                <a:t>通番　　　　／</a:t>
              </a:r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4C0C9F03-B19E-237E-B33C-9F9B46D8B3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" y="1234"/>
              <a:ext cx="60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ja-JP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18" name="Text Box 15">
              <a:extLst>
                <a:ext uri="{FF2B5EF4-FFF2-40B4-BE49-F238E27FC236}">
                  <a16:creationId xmlns:a16="http://schemas.microsoft.com/office/drawing/2014/main" id="{26148931-5BC0-CE25-001B-2110F10603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" y="1013"/>
              <a:ext cx="605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ja-JP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1pPr>
              <a:lvl2pPr marL="742950" indent="-28575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2pPr>
              <a:lvl3pPr marL="1143000" indent="-228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3pPr>
              <a:lvl4pPr marL="1600200" indent="-228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4pPr>
              <a:lvl5pPr marL="2057400" indent="-228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5pPr>
              <a:lvl6pPr marL="2514600" indent="-228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6pPr>
              <a:lvl7pPr marL="2971800" indent="-228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7pPr>
              <a:lvl8pPr marL="3429000" indent="-228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8pPr>
              <a:lvl9pPr marL="3886200" indent="-228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9pPr>
            </a:lstStyle>
            <a:p>
              <a:r>
                <a:rPr lang="ja-JP" altLang="en-US" sz="1200" dirty="0"/>
                <a:t>番号　分類　頁・行　　　　　　　　　　　　　　　指　　摘　　事　　項　　　　　　　　　　　　</a:t>
              </a:r>
              <a:r>
                <a:rPr lang="en-US" altLang="ja-JP" sz="1200" dirty="0"/>
                <a:t>             </a:t>
              </a:r>
              <a:r>
                <a:rPr lang="ja-JP" altLang="en-US" sz="1200" dirty="0"/>
                <a:t>　　訂正担当　　　</a:t>
              </a:r>
              <a:r>
                <a:rPr lang="en-US" altLang="ja-JP" sz="1200" dirty="0"/>
                <a:t> </a:t>
              </a:r>
              <a:r>
                <a:rPr lang="ja-JP" altLang="en-US" sz="1200" dirty="0"/>
                <a:t>　訂正内容</a:t>
              </a:r>
              <a:r>
                <a:rPr lang="en-US" altLang="ja-JP" sz="1200" dirty="0"/>
                <a:t> </a:t>
              </a:r>
              <a:r>
                <a:rPr lang="ja-JP" altLang="en-US" sz="1200" dirty="0"/>
                <a:t>と</a:t>
              </a:r>
              <a:r>
                <a:rPr lang="en-US" altLang="ja-JP" sz="1200" dirty="0"/>
                <a:t> </a:t>
              </a:r>
              <a:r>
                <a:rPr lang="ja-JP" altLang="en-US" sz="1200" dirty="0"/>
                <a:t>訂正月日　</a:t>
              </a:r>
              <a:r>
                <a:rPr lang="en-US" altLang="ja-JP" sz="1200" dirty="0"/>
                <a:t> </a:t>
              </a:r>
              <a:r>
                <a:rPr lang="ja-JP" altLang="en-US" sz="1200" dirty="0"/>
                <a:t>　　　訂正確認</a:t>
              </a:r>
            </a:p>
          </p:txBody>
        </p:sp>
        <p:sp>
          <p:nvSpPr>
            <p:cNvPr id="19" name="Text Box 16">
              <a:extLst>
                <a:ext uri="{FF2B5EF4-FFF2-40B4-BE49-F238E27FC236}">
                  <a16:creationId xmlns:a16="http://schemas.microsoft.com/office/drawing/2014/main" id="{CC11212D-2388-A538-383B-D703663DEC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2" y="4168"/>
              <a:ext cx="167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ja-JP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1pPr>
              <a:lvl2pPr marL="742950" indent="-28575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2pPr>
              <a:lvl3pPr marL="1143000" indent="-228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3pPr>
              <a:lvl4pPr marL="1600200" indent="-228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4pPr>
              <a:lvl5pPr marL="2057400" indent="-228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5pPr>
              <a:lvl6pPr marL="2514600" indent="-228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6pPr>
              <a:lvl7pPr marL="2971800" indent="-228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7pPr>
              <a:lvl8pPr marL="3429000" indent="-228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8pPr>
              <a:lvl9pPr marL="3886200" indent="-228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9pPr>
            </a:lstStyle>
            <a:p>
              <a:r>
                <a:rPr lang="ja-JP" altLang="en-US" sz="1000"/>
                <a:t>分類　</a:t>
              </a:r>
              <a:r>
                <a:rPr lang="en-US" altLang="ja-JP" sz="1000"/>
                <a:t>R</a:t>
              </a:r>
              <a:r>
                <a:rPr lang="ja-JP" altLang="en-US" sz="1000"/>
                <a:t>：訂正要求　</a:t>
              </a:r>
              <a:r>
                <a:rPr lang="en-US" altLang="ja-JP" sz="1000"/>
                <a:t>Q</a:t>
              </a:r>
              <a:r>
                <a:rPr lang="ja-JP" altLang="en-US" sz="1000"/>
                <a:t>：質問　</a:t>
              </a:r>
              <a:r>
                <a:rPr lang="en-US" altLang="ja-JP" sz="1000"/>
                <a:t>C</a:t>
              </a:r>
              <a:r>
                <a:rPr lang="ja-JP" altLang="en-US" sz="1000"/>
                <a:t>：単なるコメント</a:t>
              </a:r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02F5BB6F-A9FF-9007-6BD2-1279F2139E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" y="1515"/>
              <a:ext cx="45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ja-JP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0D9CC2E1-D484-AAF9-C16E-81F934714B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" y="1787"/>
              <a:ext cx="45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ja-JP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22" name="Line 19">
              <a:extLst>
                <a:ext uri="{FF2B5EF4-FFF2-40B4-BE49-F238E27FC236}">
                  <a16:creationId xmlns:a16="http://schemas.microsoft.com/office/drawing/2014/main" id="{4E33333F-D9A0-FC92-714C-0982E35BF2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" y="2059"/>
              <a:ext cx="45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ja-JP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23" name="Line 20">
              <a:extLst>
                <a:ext uri="{FF2B5EF4-FFF2-40B4-BE49-F238E27FC236}">
                  <a16:creationId xmlns:a16="http://schemas.microsoft.com/office/drawing/2014/main" id="{37546001-51C0-E5CD-F2F4-976645AF59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" y="2331"/>
              <a:ext cx="45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ja-JP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24" name="Line 21">
              <a:extLst>
                <a:ext uri="{FF2B5EF4-FFF2-40B4-BE49-F238E27FC236}">
                  <a16:creationId xmlns:a16="http://schemas.microsoft.com/office/drawing/2014/main" id="{D4122E4F-8111-3874-DB07-6A32B38DFA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" y="2603"/>
              <a:ext cx="45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ja-JP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25" name="Line 22">
              <a:extLst>
                <a:ext uri="{FF2B5EF4-FFF2-40B4-BE49-F238E27FC236}">
                  <a16:creationId xmlns:a16="http://schemas.microsoft.com/office/drawing/2014/main" id="{0A86ECF3-ED33-16D0-62FB-ADADF9E0DD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" y="2875"/>
              <a:ext cx="45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ja-JP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26" name="Line 23">
              <a:extLst>
                <a:ext uri="{FF2B5EF4-FFF2-40B4-BE49-F238E27FC236}">
                  <a16:creationId xmlns:a16="http://schemas.microsoft.com/office/drawing/2014/main" id="{AC35C5AF-14F1-E18A-5FF6-E3D9FFB6D4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" y="3148"/>
              <a:ext cx="45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ja-JP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27" name="Line 24">
              <a:extLst>
                <a:ext uri="{FF2B5EF4-FFF2-40B4-BE49-F238E27FC236}">
                  <a16:creationId xmlns:a16="http://schemas.microsoft.com/office/drawing/2014/main" id="{226BBDC7-74D8-22F7-2BE2-554E631CCE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" y="3420"/>
              <a:ext cx="45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ja-JP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28" name="Line 25">
              <a:extLst>
                <a:ext uri="{FF2B5EF4-FFF2-40B4-BE49-F238E27FC236}">
                  <a16:creationId xmlns:a16="http://schemas.microsoft.com/office/drawing/2014/main" id="{789BF133-ACA4-BA86-0D3C-0A07D07181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" y="3692"/>
              <a:ext cx="45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ja-JP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29" name="Line 26">
              <a:extLst>
                <a:ext uri="{FF2B5EF4-FFF2-40B4-BE49-F238E27FC236}">
                  <a16:creationId xmlns:a16="http://schemas.microsoft.com/office/drawing/2014/main" id="{0633E481-C88D-38BC-31FD-AAB8AA6BF3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" y="3964"/>
              <a:ext cx="45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ja-JP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B16D14A0-7555-EB27-6E0B-BD49FCEB6E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22" y="1515"/>
              <a:ext cx="45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ja-JP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31" name="Line 28">
              <a:extLst>
                <a:ext uri="{FF2B5EF4-FFF2-40B4-BE49-F238E27FC236}">
                  <a16:creationId xmlns:a16="http://schemas.microsoft.com/office/drawing/2014/main" id="{CF5BF780-9B65-D006-0FD4-70553BE82F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22" y="1787"/>
              <a:ext cx="45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ja-JP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32" name="Line 29">
              <a:extLst>
                <a:ext uri="{FF2B5EF4-FFF2-40B4-BE49-F238E27FC236}">
                  <a16:creationId xmlns:a16="http://schemas.microsoft.com/office/drawing/2014/main" id="{4B8E785B-671D-9DB5-1142-C3F54524A7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22" y="2059"/>
              <a:ext cx="45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ja-JP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33" name="Line 30">
              <a:extLst>
                <a:ext uri="{FF2B5EF4-FFF2-40B4-BE49-F238E27FC236}">
                  <a16:creationId xmlns:a16="http://schemas.microsoft.com/office/drawing/2014/main" id="{FD0C1446-62C7-4E0B-BDBE-8E0DE5702D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22" y="2331"/>
              <a:ext cx="45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ja-JP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34" name="Line 31">
              <a:extLst>
                <a:ext uri="{FF2B5EF4-FFF2-40B4-BE49-F238E27FC236}">
                  <a16:creationId xmlns:a16="http://schemas.microsoft.com/office/drawing/2014/main" id="{29A5FD75-F918-391D-D1DA-B12AD208F4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22" y="2603"/>
              <a:ext cx="45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ja-JP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35" name="Line 32">
              <a:extLst>
                <a:ext uri="{FF2B5EF4-FFF2-40B4-BE49-F238E27FC236}">
                  <a16:creationId xmlns:a16="http://schemas.microsoft.com/office/drawing/2014/main" id="{8B69A309-2688-A5EF-0B4E-6A8E177784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22" y="2875"/>
              <a:ext cx="45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ja-JP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36" name="Line 33">
              <a:extLst>
                <a:ext uri="{FF2B5EF4-FFF2-40B4-BE49-F238E27FC236}">
                  <a16:creationId xmlns:a16="http://schemas.microsoft.com/office/drawing/2014/main" id="{034221E6-55CA-CF65-CF71-5AB05C0D61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22" y="3148"/>
              <a:ext cx="45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ja-JP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37" name="Line 34">
              <a:extLst>
                <a:ext uri="{FF2B5EF4-FFF2-40B4-BE49-F238E27FC236}">
                  <a16:creationId xmlns:a16="http://schemas.microsoft.com/office/drawing/2014/main" id="{2C58F91F-8F8A-0EA7-21E5-CC611C3F6C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22" y="3420"/>
              <a:ext cx="45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ja-JP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38" name="Line 35">
              <a:extLst>
                <a:ext uri="{FF2B5EF4-FFF2-40B4-BE49-F238E27FC236}">
                  <a16:creationId xmlns:a16="http://schemas.microsoft.com/office/drawing/2014/main" id="{9DA6FEF5-0819-1AA8-8B76-1744672230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22" y="3692"/>
              <a:ext cx="45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ja-JP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39" name="Line 36">
              <a:extLst>
                <a:ext uri="{FF2B5EF4-FFF2-40B4-BE49-F238E27FC236}">
                  <a16:creationId xmlns:a16="http://schemas.microsoft.com/office/drawing/2014/main" id="{392EFA49-E9AF-F119-A798-6C65BE40EB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22" y="3964"/>
              <a:ext cx="45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ja-JP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40" name="Line 37">
              <a:extLst>
                <a:ext uri="{FF2B5EF4-FFF2-40B4-BE49-F238E27FC236}">
                  <a16:creationId xmlns:a16="http://schemas.microsoft.com/office/drawing/2014/main" id="{ED19E123-633A-23B0-FD90-AE18D2A08D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" y="998"/>
              <a:ext cx="0" cy="31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ja-JP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41" name="Line 38">
              <a:extLst>
                <a:ext uri="{FF2B5EF4-FFF2-40B4-BE49-F238E27FC236}">
                  <a16:creationId xmlns:a16="http://schemas.microsoft.com/office/drawing/2014/main" id="{EA953EFE-21C1-08D2-90DB-2CDF7F6296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8" y="998"/>
              <a:ext cx="0" cy="31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ja-JP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42" name="Line 39">
              <a:extLst>
                <a:ext uri="{FF2B5EF4-FFF2-40B4-BE49-F238E27FC236}">
                  <a16:creationId xmlns:a16="http://schemas.microsoft.com/office/drawing/2014/main" id="{7D41872E-F9DA-4E71-2F9C-5176354433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7" y="998"/>
              <a:ext cx="0" cy="31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ja-JP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43" name="Line 40">
              <a:extLst>
                <a:ext uri="{FF2B5EF4-FFF2-40B4-BE49-F238E27FC236}">
                  <a16:creationId xmlns:a16="http://schemas.microsoft.com/office/drawing/2014/main" id="{461FF86A-E703-0B03-4BCA-965664DDDB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1" y="998"/>
              <a:ext cx="0" cy="31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ja-JP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44" name="Line 41">
              <a:extLst>
                <a:ext uri="{FF2B5EF4-FFF2-40B4-BE49-F238E27FC236}">
                  <a16:creationId xmlns:a16="http://schemas.microsoft.com/office/drawing/2014/main" id="{113A796E-D3CF-3162-EA92-32FE860FF5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" y="998"/>
              <a:ext cx="0" cy="31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ja-JP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45" name="Line 42">
              <a:extLst>
                <a:ext uri="{FF2B5EF4-FFF2-40B4-BE49-F238E27FC236}">
                  <a16:creationId xmlns:a16="http://schemas.microsoft.com/office/drawing/2014/main" id="{B1B4B594-9F7B-2F38-D625-6D55A0A30B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0" y="994"/>
              <a:ext cx="0" cy="31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ja-JP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9pPr>
            </a:lstStyle>
            <a:p>
              <a:endParaRPr lang="ja-JP" altLang="en-US" dirty="0"/>
            </a:p>
          </p:txBody>
        </p:sp>
        <p:sp>
          <p:nvSpPr>
            <p:cNvPr id="46" name="Line 43">
              <a:extLst>
                <a:ext uri="{FF2B5EF4-FFF2-40B4-BE49-F238E27FC236}">
                  <a16:creationId xmlns:a16="http://schemas.microsoft.com/office/drawing/2014/main" id="{6BE981F5-73DE-6BF5-D53B-BF54E99A3C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1" y="61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ja-JP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47" name="Text Box 44">
              <a:extLst>
                <a:ext uri="{FF2B5EF4-FFF2-40B4-BE49-F238E27FC236}">
                  <a16:creationId xmlns:a16="http://schemas.microsoft.com/office/drawing/2014/main" id="{85D03A50-E1F7-E5F6-7419-D2BB84F6BC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1" y="587"/>
              <a:ext cx="2627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ja-JP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1pPr>
              <a:lvl2pPr marL="742950" indent="-28575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2pPr>
              <a:lvl3pPr marL="1143000" indent="-228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3pPr>
              <a:lvl4pPr marL="1600200" indent="-228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4pPr>
              <a:lvl5pPr marL="2057400" indent="-228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5pPr>
              <a:lvl6pPr marL="2514600" indent="-228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6pPr>
              <a:lvl7pPr marL="2971800" indent="-228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7pPr>
              <a:lvl8pPr marL="3429000" indent="-228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8pPr>
              <a:lvl9pPr marL="3886200" indent="-228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9pPr>
            </a:lstStyle>
            <a:p>
              <a:r>
                <a:rPr lang="ja-JP" altLang="en-US" sz="1200" dirty="0"/>
                <a:t>参加者名（学籍番号）　</a:t>
              </a:r>
              <a:endParaRPr lang="en-US" altLang="ja-JP" sz="1200" dirty="0"/>
            </a:p>
            <a:p>
              <a:r>
                <a:rPr lang="ja-JP" altLang="en-US" sz="1200" dirty="0"/>
                <a:t>川本宗輝</a:t>
              </a:r>
              <a:r>
                <a:rPr lang="en-US" altLang="ja-JP" sz="1200" dirty="0"/>
                <a:t>(1280332) </a:t>
              </a:r>
              <a:r>
                <a:rPr lang="ja-JP" altLang="en-US" sz="1200" dirty="0"/>
                <a:t>新階稟子</a:t>
              </a:r>
              <a:r>
                <a:rPr lang="en-US" altLang="ja-JP" sz="1200" dirty="0"/>
                <a:t>(1280346) </a:t>
              </a:r>
              <a:r>
                <a:rPr lang="ja-JP" altLang="en-US" sz="1200" dirty="0"/>
                <a:t>関ありさ</a:t>
              </a:r>
              <a:r>
                <a:rPr lang="en-US" altLang="ja-JP" sz="1200" dirty="0"/>
                <a:t>(1280350) </a:t>
              </a:r>
            </a:p>
            <a:p>
              <a:r>
                <a:rPr lang="ja-JP" altLang="en-US" sz="1200" dirty="0"/>
                <a:t>高橋思羽</a:t>
              </a:r>
              <a:r>
                <a:rPr lang="en-US" altLang="ja-JP" sz="1200" dirty="0"/>
                <a:t>(1280356) </a:t>
              </a:r>
              <a:r>
                <a:rPr lang="ja-JP" altLang="en-US" sz="1200" dirty="0"/>
                <a:t>丹祐太</a:t>
              </a:r>
              <a:r>
                <a:rPr lang="en-US" altLang="ja-JP" sz="1200" dirty="0"/>
                <a:t>(1280369) </a:t>
              </a:r>
              <a:r>
                <a:rPr lang="ja-JP" altLang="en-US" sz="1200" dirty="0"/>
                <a:t>甫木元雅史</a:t>
              </a:r>
              <a:r>
                <a:rPr lang="en-US" altLang="ja-JP" sz="1200" dirty="0"/>
                <a:t>(1280389)</a:t>
              </a:r>
              <a:endParaRPr lang="ja-JP" altLang="en-US" sz="1200" dirty="0"/>
            </a:p>
          </p:txBody>
        </p:sp>
        <p:sp>
          <p:nvSpPr>
            <p:cNvPr id="48" name="Text Box 45">
              <a:extLst>
                <a:ext uri="{FF2B5EF4-FFF2-40B4-BE49-F238E27FC236}">
                  <a16:creationId xmlns:a16="http://schemas.microsoft.com/office/drawing/2014/main" id="{14A69C74-9828-52AC-9B42-AD45FDAE62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7" y="417"/>
              <a:ext cx="92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ja-JP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1pPr>
              <a:lvl2pPr marL="742950" indent="-28575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2pPr>
              <a:lvl3pPr marL="1143000" indent="-228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3pPr>
              <a:lvl4pPr marL="1600200" indent="-228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4pPr>
              <a:lvl5pPr marL="2057400" indent="-228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5pPr>
              <a:lvl6pPr marL="2514600" indent="-228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6pPr>
              <a:lvl7pPr marL="2971800" indent="-228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7pPr>
              <a:lvl8pPr marL="3429000" indent="-228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8pPr>
              <a:lvl9pPr marL="3886200" indent="-228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9pPr>
            </a:lstStyle>
            <a:p>
              <a:r>
                <a:rPr lang="ja-JP" altLang="en-US" sz="1200" dirty="0"/>
                <a:t>チーム名 </a:t>
              </a:r>
              <a:r>
                <a:rPr lang="en-US" altLang="ja-JP" sz="1200" dirty="0"/>
                <a:t>KRYMAS</a:t>
              </a:r>
              <a:endParaRPr lang="ja-JP" altLang="en-US" sz="1200" dirty="0"/>
            </a:p>
          </p:txBody>
        </p:sp>
        <p:sp>
          <p:nvSpPr>
            <p:cNvPr id="49" name="Line 46">
              <a:extLst>
                <a:ext uri="{FF2B5EF4-FFF2-40B4-BE49-F238E27FC236}">
                  <a16:creationId xmlns:a16="http://schemas.microsoft.com/office/drawing/2014/main" id="{694F6D5E-C490-4858-0A63-325E65B4B1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2" y="994"/>
              <a:ext cx="0" cy="31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ja-JP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50" name="Line 47">
              <a:extLst>
                <a:ext uri="{FF2B5EF4-FFF2-40B4-BE49-F238E27FC236}">
                  <a16:creationId xmlns:a16="http://schemas.microsoft.com/office/drawing/2014/main" id="{7D697B53-12BE-6462-AFE3-1FE55E75F2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3" y="994"/>
              <a:ext cx="0" cy="31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ja-JP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51" name="Text Box 48">
              <a:extLst>
                <a:ext uri="{FF2B5EF4-FFF2-40B4-BE49-F238E27FC236}">
                  <a16:creationId xmlns:a16="http://schemas.microsoft.com/office/drawing/2014/main" id="{6662ECF9-22AD-8939-9FE2-042060E25F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0" y="996"/>
              <a:ext cx="233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wordArtVertRtl" wrap="none">
              <a:spAutoFit/>
            </a:bodyPr>
            <a:lstStyle>
              <a:defPPr>
                <a:defRPr lang="ja-JP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9pPr>
            </a:lstStyle>
            <a:p>
              <a:pPr>
                <a:defRPr/>
              </a:pPr>
              <a:r>
                <a:rPr lang="ja-JP" altLang="en-US" sz="1200" dirty="0">
                  <a:latin typeface="Arial" charset="0"/>
                  <a:ea typeface="ＭＳ Ｐゴシック" charset="-128"/>
                </a:rPr>
                <a:t>緊急</a:t>
              </a:r>
            </a:p>
          </p:txBody>
        </p:sp>
        <p:sp>
          <p:nvSpPr>
            <p:cNvPr id="52" name="Text Box 49">
              <a:extLst>
                <a:ext uri="{FF2B5EF4-FFF2-40B4-BE49-F238E27FC236}">
                  <a16:creationId xmlns:a16="http://schemas.microsoft.com/office/drawing/2014/main" id="{3783F7BD-88CF-274A-4BC1-B479AE4086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4" y="993"/>
              <a:ext cx="233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wordArtVertRtl" wrap="none">
              <a:spAutoFit/>
            </a:bodyPr>
            <a:lstStyle>
              <a:defPPr>
                <a:defRPr lang="ja-JP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9pPr>
            </a:lstStyle>
            <a:p>
              <a:pPr>
                <a:defRPr/>
              </a:pPr>
              <a:r>
                <a:rPr lang="ja-JP" altLang="en-US" sz="1200" dirty="0">
                  <a:latin typeface="Arial" charset="0"/>
                  <a:ea typeface="ＭＳ Ｐゴシック" charset="-128"/>
                </a:rPr>
                <a:t>重要</a:t>
              </a:r>
            </a:p>
          </p:txBody>
        </p:sp>
        <p:sp>
          <p:nvSpPr>
            <p:cNvPr id="53" name="Text Box 50">
              <a:extLst>
                <a:ext uri="{FF2B5EF4-FFF2-40B4-BE49-F238E27FC236}">
                  <a16:creationId xmlns:a16="http://schemas.microsoft.com/office/drawing/2014/main" id="{DF2B9E0B-9D50-F8F8-E6AA-4285955CCD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19" y="1115"/>
              <a:ext cx="415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ja-JP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1pPr>
              <a:lvl2pPr marL="742950" indent="-28575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2pPr>
              <a:lvl3pPr marL="1143000" indent="-228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3pPr>
              <a:lvl4pPr marL="1600200" indent="-228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4pPr>
              <a:lvl5pPr marL="2057400" indent="-228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5pPr>
              <a:lvl6pPr marL="2514600" indent="-228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6pPr>
              <a:lvl7pPr marL="2971800" indent="-228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7pPr>
              <a:lvl8pPr marL="3429000" indent="-228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8pPr>
              <a:lvl9pPr marL="3886200" indent="-228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defRPr>
              </a:lvl9pPr>
            </a:lstStyle>
            <a:p>
              <a:r>
                <a:rPr lang="ja-JP" altLang="en-US" sz="800"/>
                <a:t>名前、日付</a:t>
              </a:r>
            </a:p>
          </p:txBody>
        </p:sp>
      </p:grp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D8F557D3-F4C0-5251-BF32-4B8561E4F5AF}"/>
              </a:ext>
            </a:extLst>
          </p:cNvPr>
          <p:cNvSpPr txBox="1"/>
          <p:nvPr/>
        </p:nvSpPr>
        <p:spPr>
          <a:xfrm>
            <a:off x="1366079" y="1945179"/>
            <a:ext cx="10583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/>
              <a:t>1      R     </a:t>
            </a: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76E885A4-7880-2D67-024C-49FCCCB7C425}"/>
              </a:ext>
            </a:extLst>
          </p:cNvPr>
          <p:cNvSpPr txBox="1"/>
          <p:nvPr/>
        </p:nvSpPr>
        <p:spPr>
          <a:xfrm>
            <a:off x="2124117" y="1954620"/>
            <a:ext cx="821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50" dirty="0"/>
              <a:t>全体</a:t>
            </a:r>
            <a:endParaRPr kumimoji="1" lang="ja-JP" altLang="en-US" sz="1050" dirty="0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B9C0611C-FEA2-4C3A-A788-56E33CCA4B03}"/>
              </a:ext>
            </a:extLst>
          </p:cNvPr>
          <p:cNvSpPr txBox="1"/>
          <p:nvPr/>
        </p:nvSpPr>
        <p:spPr>
          <a:xfrm>
            <a:off x="2799053" y="1940720"/>
            <a:ext cx="12105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00" dirty="0"/>
              <a:t>ですます調に直す</a:t>
            </a: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3BCDC30C-593C-CE15-2E36-C853982E1DB7}"/>
              </a:ext>
            </a:extLst>
          </p:cNvPr>
          <p:cNvSpPr txBox="1"/>
          <p:nvPr/>
        </p:nvSpPr>
        <p:spPr>
          <a:xfrm>
            <a:off x="6955782" y="190289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〇</a:t>
            </a: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30353B28-A236-7B82-D671-3D34B2AFAAB7}"/>
              </a:ext>
            </a:extLst>
          </p:cNvPr>
          <p:cNvSpPr txBox="1"/>
          <p:nvPr/>
        </p:nvSpPr>
        <p:spPr>
          <a:xfrm>
            <a:off x="7406381" y="1983909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/>
              <a:t>全員</a:t>
            </a: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8696A2A6-9D27-C43F-EECB-16A2672E66EA}"/>
              </a:ext>
            </a:extLst>
          </p:cNvPr>
          <p:cNvSpPr txBox="1"/>
          <p:nvPr/>
        </p:nvSpPr>
        <p:spPr>
          <a:xfrm>
            <a:off x="10166847" y="1836757"/>
            <a:ext cx="82586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00" dirty="0"/>
              <a:t>川本、</a:t>
            </a:r>
            <a:endParaRPr kumimoji="1" lang="en-US" altLang="ja-JP" sz="1000" dirty="0"/>
          </a:p>
          <a:p>
            <a:r>
              <a:rPr kumimoji="1" lang="ja-JP" altLang="en-US" sz="1000" dirty="0"/>
              <a:t>丹、甫木元</a:t>
            </a:r>
            <a:endParaRPr kumimoji="1" lang="en-US" altLang="ja-JP" sz="1000" dirty="0"/>
          </a:p>
          <a:p>
            <a:r>
              <a:rPr kumimoji="1" lang="en-US" altLang="ja-JP" sz="1000" dirty="0"/>
              <a:t>10/16</a:t>
            </a:r>
            <a:endParaRPr kumimoji="1" lang="ja-JP" altLang="en-US" sz="1000" dirty="0"/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2219740A-65AF-3BE0-7384-2AA89E817FEF}"/>
              </a:ext>
            </a:extLst>
          </p:cNvPr>
          <p:cNvSpPr txBox="1"/>
          <p:nvPr/>
        </p:nvSpPr>
        <p:spPr>
          <a:xfrm>
            <a:off x="8221084" y="2004932"/>
            <a:ext cx="18117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00" dirty="0"/>
              <a:t>語尾を修正しました　</a:t>
            </a:r>
            <a:r>
              <a:rPr kumimoji="1" lang="en-US" altLang="ja-JP" sz="1000" dirty="0"/>
              <a:t>10/15</a:t>
            </a:r>
            <a:endParaRPr kumimoji="1" lang="ja-JP" altLang="en-US" sz="1000" dirty="0"/>
          </a:p>
        </p:txBody>
      </p:sp>
      <p:cxnSp>
        <p:nvCxnSpPr>
          <p:cNvPr id="62" name="直線コネクタ 61">
            <a:extLst>
              <a:ext uri="{FF2B5EF4-FFF2-40B4-BE49-F238E27FC236}">
                <a16:creationId xmlns:a16="http://schemas.microsoft.com/office/drawing/2014/main" id="{BB11EF45-60D6-DA56-3DCD-F82BB92AAEAD}"/>
              </a:ext>
            </a:extLst>
          </p:cNvPr>
          <p:cNvCxnSpPr>
            <a:cxnSpLocks/>
          </p:cNvCxnSpPr>
          <p:nvPr/>
        </p:nvCxnSpPr>
        <p:spPr>
          <a:xfrm flipV="1">
            <a:off x="1321015" y="2320131"/>
            <a:ext cx="9709638" cy="15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242ABD68-7DE9-A0B1-6EB5-A9E2B237F704}"/>
              </a:ext>
            </a:extLst>
          </p:cNvPr>
          <p:cNvSpPr txBox="1"/>
          <p:nvPr/>
        </p:nvSpPr>
        <p:spPr>
          <a:xfrm>
            <a:off x="1381719" y="2424748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00" dirty="0"/>
              <a:t>2</a:t>
            </a:r>
            <a:endParaRPr kumimoji="1" lang="ja-JP" altLang="en-US" sz="1000" dirty="0"/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AE6CF929-F247-3108-9CE5-06F5D6ADAC0C}"/>
              </a:ext>
            </a:extLst>
          </p:cNvPr>
          <p:cNvSpPr txBox="1"/>
          <p:nvPr/>
        </p:nvSpPr>
        <p:spPr>
          <a:xfrm>
            <a:off x="1681981" y="2416179"/>
            <a:ext cx="2712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00" dirty="0"/>
              <a:t>R</a:t>
            </a:r>
            <a:endParaRPr kumimoji="1" lang="ja-JP" altLang="en-US" sz="1000" dirty="0"/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D668FDB2-661E-C0A2-A895-2D01DFE6154C}"/>
              </a:ext>
            </a:extLst>
          </p:cNvPr>
          <p:cNvSpPr txBox="1"/>
          <p:nvPr/>
        </p:nvSpPr>
        <p:spPr>
          <a:xfrm>
            <a:off x="2040428" y="2386281"/>
            <a:ext cx="1466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sz="900" dirty="0"/>
              <a:t>10頁・6.2</a:t>
            </a:r>
            <a:endParaRPr lang="en-US" altLang="ja-JP" sz="900" dirty="0"/>
          </a:p>
          <a:p>
            <a:r>
              <a:rPr lang="ja-JP" altLang="ja-JP" sz="900" dirty="0"/>
              <a:t>11頁・7.2</a:t>
            </a:r>
            <a:endParaRPr kumimoji="1" lang="ja-JP" altLang="en-US" sz="900" dirty="0"/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CF2A1DB9-C653-5C7A-83AF-B55F53A54362}"/>
              </a:ext>
            </a:extLst>
          </p:cNvPr>
          <p:cNvSpPr txBox="1"/>
          <p:nvPr/>
        </p:nvSpPr>
        <p:spPr>
          <a:xfrm>
            <a:off x="2647891" y="2367346"/>
            <a:ext cx="356121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sz="1000" dirty="0"/>
              <a:t>「フロンドエンド」「JavaSctipt」「メンテナス」を、それぞれ「フロントエンド」「JavaScript」「メンテナンス」に修正してください。</a:t>
            </a:r>
            <a:endParaRPr kumimoji="1" lang="ja-JP" altLang="en-US" sz="1000" dirty="0"/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56EB7872-C427-9374-8F59-3F0520CC54C1}"/>
              </a:ext>
            </a:extLst>
          </p:cNvPr>
          <p:cNvSpPr txBox="1"/>
          <p:nvPr/>
        </p:nvSpPr>
        <p:spPr>
          <a:xfrm>
            <a:off x="6949832" y="240541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〇</a:t>
            </a:r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D5802E22-A170-0DDA-9AAC-E7A611267444}"/>
              </a:ext>
            </a:extLst>
          </p:cNvPr>
          <p:cNvSpPr txBox="1"/>
          <p:nvPr/>
        </p:nvSpPr>
        <p:spPr>
          <a:xfrm>
            <a:off x="7488259" y="2479517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00" dirty="0"/>
              <a:t>丹</a:t>
            </a:r>
            <a:endParaRPr kumimoji="1" lang="ja-JP" altLang="en-US" dirty="0"/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6572A7A2-A2A2-4CA1-9186-33BC05983D3A}"/>
              </a:ext>
            </a:extLst>
          </p:cNvPr>
          <p:cNvSpPr txBox="1"/>
          <p:nvPr/>
        </p:nvSpPr>
        <p:spPr>
          <a:xfrm>
            <a:off x="8260252" y="2488963"/>
            <a:ext cx="16834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00" dirty="0"/>
              <a:t>すべて訂正しました</a:t>
            </a:r>
            <a:r>
              <a:rPr kumimoji="1" lang="en-US" altLang="ja-JP" sz="1000" dirty="0"/>
              <a:t>10/16</a:t>
            </a:r>
            <a:endParaRPr kumimoji="1" lang="ja-JP" altLang="en-US" sz="1000" dirty="0"/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05B1DF1F-0A63-C149-DF7F-1A6101A43F68}"/>
              </a:ext>
            </a:extLst>
          </p:cNvPr>
          <p:cNvSpPr txBox="1"/>
          <p:nvPr/>
        </p:nvSpPr>
        <p:spPr>
          <a:xfrm>
            <a:off x="10156103" y="2441203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 dirty="0"/>
              <a:t>川本、甫木元</a:t>
            </a:r>
            <a:endParaRPr lang="en-US" altLang="ja-JP" sz="1000" dirty="0"/>
          </a:p>
          <a:p>
            <a:r>
              <a:rPr lang="en-US" altLang="ja-JP" sz="1000" dirty="0"/>
              <a:t>10/16</a:t>
            </a:r>
          </a:p>
        </p:txBody>
      </p: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4C83A277-A687-97C2-66B8-754C0B947CAC}"/>
              </a:ext>
            </a:extLst>
          </p:cNvPr>
          <p:cNvCxnSpPr>
            <a:cxnSpLocks/>
            <a:stCxn id="22" idx="1"/>
          </p:cNvCxnSpPr>
          <p:nvPr/>
        </p:nvCxnSpPr>
        <p:spPr>
          <a:xfrm flipV="1">
            <a:off x="1393439" y="3171033"/>
            <a:ext cx="9637214" cy="31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6891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10245</TotalTime>
  <Words>176</Words>
  <Application>Microsoft Office PowerPoint</Application>
  <PresentationFormat>ワイド画面</PresentationFormat>
  <Paragraphs>34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丹 祐太</dc:creator>
  <cp:lastModifiedBy>丹 祐太</cp:lastModifiedBy>
  <cp:revision>1</cp:revision>
  <dcterms:created xsi:type="dcterms:W3CDTF">2026-10-16T03:19:30Z</dcterms:created>
  <dcterms:modified xsi:type="dcterms:W3CDTF">2026-10-23T06:05:12Z</dcterms:modified>
</cp:coreProperties>
</file>